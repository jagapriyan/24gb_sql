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3" r:id="rId4"/>
    <p:sldId id="257" r:id="rId5"/>
    <p:sldId id="259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D31C8-84B9-4AAD-9E8D-5BE316B83932}" type="datetimeFigureOut">
              <a:rPr lang="en-IN" smtClean="0"/>
              <a:t>22-09-2021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55932-0146-44E2-A43C-74A4D2A70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98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D31C8-84B9-4AAD-9E8D-5BE316B83932}" type="datetimeFigureOut">
              <a:rPr lang="en-IN" smtClean="0"/>
              <a:t>22-09-2021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55932-0146-44E2-A43C-74A4D2A70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73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D31C8-84B9-4AAD-9E8D-5BE316B83932}" type="datetimeFigureOut">
              <a:rPr lang="en-IN" smtClean="0"/>
              <a:t>22-09-2021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55932-0146-44E2-A43C-74A4D2A70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790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D31C8-84B9-4AAD-9E8D-5BE316B83932}" type="datetimeFigureOut">
              <a:rPr lang="en-IN" smtClean="0"/>
              <a:t>22-09-2021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55932-0146-44E2-A43C-74A4D2A70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531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D31C8-84B9-4AAD-9E8D-5BE316B83932}" type="datetimeFigureOut">
              <a:rPr lang="en-IN" smtClean="0"/>
              <a:t>22-09-2021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55932-0146-44E2-A43C-74A4D2A70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502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D31C8-84B9-4AAD-9E8D-5BE316B83932}" type="datetimeFigureOut">
              <a:rPr lang="en-IN" smtClean="0"/>
              <a:t>22-09-2021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55932-0146-44E2-A43C-74A4D2A70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50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D31C8-84B9-4AAD-9E8D-5BE316B83932}" type="datetimeFigureOut">
              <a:rPr lang="en-IN" smtClean="0"/>
              <a:t>22-09-2021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55932-0146-44E2-A43C-74A4D2A70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766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D31C8-84B9-4AAD-9E8D-5BE316B83932}" type="datetimeFigureOut">
              <a:rPr lang="en-IN" smtClean="0"/>
              <a:t>22-09-2021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55932-0146-44E2-A43C-74A4D2A70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651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D31C8-84B9-4AAD-9E8D-5BE316B83932}" type="datetimeFigureOut">
              <a:rPr lang="en-IN" smtClean="0"/>
              <a:t>22-09-2021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55932-0146-44E2-A43C-74A4D2A70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877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D31C8-84B9-4AAD-9E8D-5BE316B83932}" type="datetimeFigureOut">
              <a:rPr lang="en-IN" smtClean="0"/>
              <a:t>22-09-2021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55932-0146-44E2-A43C-74A4D2A70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964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D31C8-84B9-4AAD-9E8D-5BE316B83932}" type="datetimeFigureOut">
              <a:rPr lang="en-IN" smtClean="0"/>
              <a:t>22-09-2021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55932-0146-44E2-A43C-74A4D2A70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25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D31C8-84B9-4AAD-9E8D-5BE316B83932}" type="datetimeFigureOut">
              <a:rPr lang="en-IN" smtClean="0"/>
              <a:t>22-09-2021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E55932-0146-44E2-A43C-74A4D2A70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016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SQL 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What? </a:t>
            </a:r>
          </a:p>
          <a:p>
            <a:r>
              <a:rPr lang="en-IN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# Stands For Structured Query Language.</a:t>
            </a:r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616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Naming Reason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original full name of SQL was SEQUEL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, which stood for </a:t>
            </a:r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"Structured English Query Language"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. A language which has been structured in English or lets say English-Like Query language which follows the syntax structure of English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Query: ask, Examination, question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Example -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SELECT PRICE FROM BOOKS WHERE NAME = ‘DATABASE SYSTEM CONCEPT’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531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Who?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dirty="0" smtClean="0"/>
              <a:t>Standard </a:t>
            </a:r>
            <a:r>
              <a:rPr lang="en-IN" dirty="0"/>
              <a:t>of the American National Standards Institute (ANSI) in 1986</a:t>
            </a:r>
            <a:r>
              <a:rPr lang="en-IN" dirty="0" smtClean="0"/>
              <a:t>, and of </a:t>
            </a:r>
            <a:r>
              <a:rPr lang="en-IN" dirty="0"/>
              <a:t>the International Organization for Standardization (ISO) in 1987.</a:t>
            </a:r>
          </a:p>
          <a:p>
            <a:pPr marL="0" indent="0">
              <a:buNone/>
            </a:pPr>
            <a:r>
              <a:rPr lang="en-IN" dirty="0"/>
              <a:t>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793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Why?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Using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this access and manipulate databases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TO DO:</a:t>
            </a:r>
          </a:p>
          <a:p>
            <a:pPr marL="0" indent="0"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 SQL can </a:t>
            </a:r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xecute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queries against a database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etrieve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data from a database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nsert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records in a database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pdate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records in a database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elete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records from a database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reate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new databases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reate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new tables in a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database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reate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views in a database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et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permissions on tables, procedures, and views</a:t>
            </a:r>
          </a:p>
          <a:p>
            <a:pPr marL="0" indent="0"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28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DBMS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&amp; RDBMS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05532"/>
              </p:ext>
            </p:extLst>
          </p:nvPr>
        </p:nvGraphicFramePr>
        <p:xfrm>
          <a:off x="457200" y="1600200"/>
          <a:ext cx="8229600" cy="457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DBMS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RDBMS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DBMS applications store </a:t>
                      </a:r>
                      <a:r>
                        <a:rPr lang="en-I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as file</a:t>
                      </a:r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RDBMS applications store </a:t>
                      </a:r>
                      <a:r>
                        <a:rPr lang="en-I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in a tabular form</a:t>
                      </a:r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DBMS uses file system to store data, so there will be </a:t>
                      </a:r>
                      <a:r>
                        <a:rPr lang="en-I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relation between the tables</a:t>
                      </a:r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RDBMS, data values are stored in the form of tables, so a </a:t>
                      </a:r>
                      <a:r>
                        <a:rPr lang="en-I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relationship</a:t>
                      </a:r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between these data values will be stored in the form of a table as well.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DBMS is meant to be for small organization and </a:t>
                      </a:r>
                      <a:r>
                        <a:rPr lang="en-I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deal with small data</a:t>
                      </a:r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it supports </a:t>
                      </a:r>
                      <a:r>
                        <a:rPr lang="en-I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single user</a:t>
                      </a:r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IN" dirty="0" smtClean="0"/>
                    </a:p>
                    <a:p>
                      <a:pPr algn="l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RDBMS is designed to </a:t>
                      </a:r>
                      <a:r>
                        <a:rPr lang="en-I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handle large amount of data</a:t>
                      </a:r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it supports </a:t>
                      </a:r>
                      <a:r>
                        <a:rPr lang="en-I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multiple users</a:t>
                      </a:r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Examples of DBMS are file systems, </a:t>
                      </a:r>
                      <a:r>
                        <a:rPr lang="en-I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xml</a:t>
                      </a:r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etc.</a:t>
                      </a:r>
                      <a:endParaRPr lang="en-IN" dirty="0" smtClean="0"/>
                    </a:p>
                    <a:p>
                      <a:pPr algn="l"/>
                      <a:endParaRPr lang="en-IN" dirty="0" smtClean="0"/>
                    </a:p>
                    <a:p>
                      <a:pPr algn="l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 of RDBMS are </a:t>
                      </a:r>
                      <a:r>
                        <a:rPr lang="en-IN" sz="18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mysql</a:t>
                      </a:r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IN" sz="18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postgre</a:t>
                      </a:r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IN" sz="18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</a:t>
                      </a:r>
                      <a:r>
                        <a:rPr lang="en-I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server</a:t>
                      </a:r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I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oracle</a:t>
                      </a:r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etc.</a:t>
                      </a:r>
                      <a:endParaRPr lang="en-IN" dirty="0" smtClean="0"/>
                    </a:p>
                    <a:p>
                      <a:pPr algn="l"/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2268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RDBMS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RDBMS stands for Relational Database Management System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 MS SQL Server, IBM DB2, Oracle, MySQL, and Microsoft Access.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The data in RDBMS is stored in database objects called tables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A table is a collection of related data entries and it consists of columns and rows.</a:t>
            </a:r>
          </a:p>
          <a:p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359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Categories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IN" dirty="0">
                <a:latin typeface="Times New Roman" pitchFamily="18" charset="0"/>
                <a:cs typeface="Times New Roman" pitchFamily="18" charset="0"/>
              </a:rPr>
              <a:t>DDL – Data Definition Language</a:t>
            </a:r>
          </a:p>
          <a:p>
            <a:pPr fontAlgn="base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DQL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– Data Query Language</a:t>
            </a:r>
          </a:p>
          <a:p>
            <a:pPr fontAlgn="base"/>
            <a:r>
              <a:rPr lang="en-IN" dirty="0">
                <a:latin typeface="Times New Roman" pitchFamily="18" charset="0"/>
                <a:cs typeface="Times New Roman" pitchFamily="18" charset="0"/>
              </a:rPr>
              <a:t>DML – Data Manipulation Language</a:t>
            </a:r>
          </a:p>
          <a:p>
            <a:pPr fontAlgn="base"/>
            <a:r>
              <a:rPr lang="en-IN" dirty="0">
                <a:latin typeface="Times New Roman" pitchFamily="18" charset="0"/>
                <a:cs typeface="Times New Roman" pitchFamily="18" charset="0"/>
              </a:rPr>
              <a:t>DCL – Data Control Language</a:t>
            </a:r>
          </a:p>
          <a:p>
            <a:pPr marL="0" indent="0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113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32656"/>
            <a:ext cx="8964488" cy="6148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9764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DDL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 fontScale="77500" lnSpcReduction="20000"/>
          </a:bodyPr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DDL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or Data Definition Language actually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That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can be used to define the database schema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sed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to create and modify the structure of database objects in the database. 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Create-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used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to create the database 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Drop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used to delete objects from the database.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Alter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used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to alter the structure of the database.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Truncate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used to remove all records from a table, including all spaces allocated for the records are removed.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Comment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is used to add comments to the data dictionary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Rename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is used to rename an object existing in the database.</a:t>
            </a:r>
          </a:p>
        </p:txBody>
      </p:sp>
    </p:spTree>
    <p:extLst>
      <p:ext uri="{BB962C8B-B14F-4D97-AF65-F5344CB8AC3E}">
        <p14:creationId xmlns:p14="http://schemas.microsoft.com/office/powerpoint/2010/main" val="428737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DQL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DQL 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statements are used for performing queries on the data within schema objects. 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purpose of the DQL Command is to get some schema relation based on the query passed to it. 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Select-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used to retrieve data from the database.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211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DML</a:t>
            </a:r>
            <a:endParaRPr lang="en-IN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Data Manipulation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Language.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That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deals with the manipulation of data present in the database 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Insert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to insert data into a table.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Update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to update existing data within a table.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fontAlgn="base"/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Delete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-to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delete records from a database table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243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DCL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Data Control 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Language.</a:t>
            </a:r>
          </a:p>
          <a:p>
            <a:pPr fontAlgn="base"/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DCL includes commands such as GRANT and REVOKE which mainly deal with the rights, permissions and other controls of the database system. 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fontAlgn="base">
              <a:buNone/>
            </a:pP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GRANT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-gives 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user’s access privileges to the database.</a:t>
            </a:r>
          </a:p>
          <a:p>
            <a:pPr marL="457200" lvl="1" indent="0" fontAlgn="base">
              <a:buNone/>
            </a:pPr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   REVOKE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-withdraw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user’s access privileges given by using the GRANT command.</a:t>
            </a:r>
          </a:p>
          <a:p>
            <a:pPr marL="0" indent="0">
              <a:buNone/>
            </a:pP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39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TCL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T</a:t>
            </a:r>
            <a:r>
              <a:rPr lang="en-IN" b="1" dirty="0" smtClean="0"/>
              <a:t>ransaction </a:t>
            </a:r>
            <a:r>
              <a:rPr lang="en-IN" b="1" dirty="0"/>
              <a:t>Control </a:t>
            </a:r>
            <a:r>
              <a:rPr lang="en-IN" b="1" dirty="0" smtClean="0"/>
              <a:t>Language</a:t>
            </a:r>
          </a:p>
          <a:p>
            <a:r>
              <a:rPr lang="en-IN" dirty="0"/>
              <a:t>TCL commands deal with </a:t>
            </a:r>
            <a:r>
              <a:rPr lang="en-IN" dirty="0" smtClean="0"/>
              <a:t>the</a:t>
            </a:r>
            <a:r>
              <a:rPr lang="en-IN" dirty="0"/>
              <a:t> </a:t>
            </a:r>
            <a:r>
              <a:rPr lang="en-IN" dirty="0" smtClean="0"/>
              <a:t>transaction within the database.</a:t>
            </a:r>
          </a:p>
          <a:p>
            <a:r>
              <a:rPr lang="en-IN" dirty="0" smtClean="0"/>
              <a:t>Commit – </a:t>
            </a:r>
            <a:r>
              <a:rPr lang="en-IN" dirty="0"/>
              <a:t>commits a Transaction.</a:t>
            </a:r>
            <a:endParaRPr lang="en-IN" dirty="0" smtClean="0"/>
          </a:p>
          <a:p>
            <a:r>
              <a:rPr lang="en-IN" dirty="0" smtClean="0"/>
              <a:t>Rollback – </a:t>
            </a:r>
            <a:r>
              <a:rPr lang="en-IN" dirty="0"/>
              <a:t>rollbacks a transaction in case of any error occurs</a:t>
            </a:r>
            <a:r>
              <a:rPr lang="en-IN" dirty="0" smtClean="0"/>
              <a:t>.	</a:t>
            </a:r>
          </a:p>
          <a:p>
            <a:r>
              <a:rPr lang="en-IN" dirty="0" smtClean="0"/>
              <a:t>Save point –</a:t>
            </a:r>
            <a:r>
              <a:rPr lang="en-IN" dirty="0"/>
              <a:t>sets a </a:t>
            </a:r>
            <a:r>
              <a:rPr lang="en-IN" dirty="0" smtClean="0"/>
              <a:t>save point </a:t>
            </a:r>
            <a:r>
              <a:rPr lang="en-IN" dirty="0"/>
              <a:t>within a transaction.</a:t>
            </a:r>
            <a:endParaRPr lang="en-IN" dirty="0" smtClean="0"/>
          </a:p>
          <a:p>
            <a:r>
              <a:rPr lang="en-IN" dirty="0" smtClean="0"/>
              <a:t>Set Transaction – </a:t>
            </a:r>
            <a:r>
              <a:rPr lang="en-IN" dirty="0"/>
              <a:t>specify characteristics for the transaction.</a:t>
            </a: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6838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1016</TotalTime>
  <Words>320</Words>
  <Application>Microsoft Office PowerPoint</Application>
  <PresentationFormat>On-screen Show (4:3)</PresentationFormat>
  <Paragraphs>80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SQL </vt:lpstr>
      <vt:lpstr>Naming Reason</vt:lpstr>
      <vt:lpstr>Who? </vt:lpstr>
      <vt:lpstr>Why? </vt:lpstr>
      <vt:lpstr>DBMS &amp; RDBMS</vt:lpstr>
      <vt:lpstr>RDBMS</vt:lpstr>
      <vt:lpstr>Categories</vt:lpstr>
      <vt:lpstr>PowerPoint Presentation</vt:lpstr>
      <vt:lpstr>DDL</vt:lpstr>
      <vt:lpstr>DQL</vt:lpstr>
      <vt:lpstr>DML</vt:lpstr>
      <vt:lpstr>DCL</vt:lpstr>
      <vt:lpstr>TCL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</dc:title>
  <dc:creator>jagan</dc:creator>
  <cp:lastModifiedBy>jagan</cp:lastModifiedBy>
  <cp:revision>92</cp:revision>
  <dcterms:created xsi:type="dcterms:W3CDTF">2021-04-14T14:32:38Z</dcterms:created>
  <dcterms:modified xsi:type="dcterms:W3CDTF">2021-09-22T04:30:47Z</dcterms:modified>
</cp:coreProperties>
</file>